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  <a:r>
              <a:t>PITCH DECK · SPECIALTY RETAIL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Your QR labels are live.</a:t>
            </a:r>
            <a:br/>
            <a:r>
              <a:t>Your inventory truth isn't.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BB0A0"/>
                </a:solidFill>
              </a:defRPr>
            </a:pPr>
            <a:r>
              <a:t>The intelligence layer for plant stores and high-SKU showrooms — without replacing what you already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B0A0"/>
                </a:solidFill>
              </a:defRPr>
            </a:pPr>
            <a:r>
              <a:t>[Your Company Name] · Retail Intelligence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B0A0"/>
                </a:solidFill>
              </a:defRPr>
            </a:pPr>
            <a: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B0A0"/>
                </a:solidFill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  <a:r>
              <a:t>WE KNOW YOUR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You already solved the hard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QR on every pot — customers scan, read care info, see price</a:t>
            </a:r>
          </a:p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Website and checkout — self-service on the phone</a:t>
            </a:r>
          </a:p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Staff freed from repeating basic care questions all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D9B5F"/>
                </a:solidFill>
              </a:defRPr>
            </a:pPr>
            <a:r>
              <a:t>That's the customer-facing layer. It's done. We're not here to redo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B0A0"/>
                </a:solidFill>
              </a:defRPr>
            </a:pPr>
            <a:r>
              <a:t>Retail Intelligence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B0A0"/>
                </a:solidFill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  <a: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Front-of-house is digital.</a:t>
            </a:r>
            <a:br/>
            <a:r>
              <a:t>Back-of-house is still guesswork.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9B5F"/>
                </a:solidFill>
              </a:defRPr>
            </a:pPr>
            <a:r>
              <a:t>Invisible shrink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B0A0"/>
                </a:solidFill>
              </a:defRPr>
            </a:pPr>
            <a:r>
              <a:t>Plants die on the shelf. System finds out at season-end — or never.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9B5F"/>
                </a:solidFill>
              </a:defRPr>
            </a:pPr>
            <a:r>
              <a:t>Invisible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6517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B0A0"/>
                </a:solidFill>
              </a:defRPr>
            </a:pPr>
            <a:r>
              <a:t>High scans, low sales. You don't know which varieties almost sold.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9B5F"/>
                </a:solidFill>
              </a:defRPr>
            </a:pPr>
            <a:r>
              <a:t>Invisible reorder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517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B0A0"/>
                </a:solidFill>
              </a:defRPr>
            </a:pPr>
            <a:r>
              <a:t>Next season's buy list from memory — not scan + sell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EF4EF"/>
                </a:solidFill>
              </a:defRPr>
            </a:pPr>
            <a:r>
              <a:t>Up to 78% of garden center loss is spoilage — not theft.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B0A0"/>
                </a:solidFill>
              </a:defRPr>
            </a:pPr>
            <a:r>
              <a:t>Retail Intelligence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309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B0A0"/>
                </a:solidFill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  <a:r>
              <a:t>THE QR REVENUE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Your QR program shows traffic.</a:t>
            </a:r>
            <a:br/>
            <a:r>
              <a:t>It doesn't show money.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BB0A0"/>
                </a:solidFill>
              </a:defRPr>
            </a:pPr>
            <a:r>
              <a:t>Scans and sales live in different places. 30–40% of in-store influence never ties to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F4EF"/>
                </a:solidFill>
              </a:defRPr>
            </a:pPr>
            <a:r>
              <a:t>Scanned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BB0A0"/>
                </a:solidFill>
              </a:defRPr>
            </a:pPr>
            <a:r>
              <a:t>400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F4EF"/>
                </a:solidFill>
              </a:defRPr>
            </a:pPr>
            <a:r>
              <a:t>Viewed care 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BB0A0"/>
                </a:solidFill>
              </a:defRPr>
            </a:pPr>
            <a:r>
              <a:t>320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F4EF"/>
                </a:solidFill>
              </a:defRPr>
            </a:pPr>
            <a:r>
              <a:t>Added to cart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3749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BB0A0"/>
                </a:solidFill>
              </a:defRPr>
            </a:pPr>
            <a:r>
              <a:t>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F4EF"/>
                </a:solidFill>
              </a:defRPr>
            </a:pPr>
            <a:r>
              <a:t>Purchased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4251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BB0A0"/>
                </a:solidFill>
              </a:defRPr>
            </a:pPr>
            <a: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7A6A"/>
                </a:solidFill>
              </a:defRPr>
            </a:pPr>
            <a:r>
              <a:t>Died on shelf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BB0A0"/>
                </a:solidFill>
              </a:defRPr>
            </a:pPr>
            <a:r>
              <a:t>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B0A0"/>
                </a:solidFill>
              </a:defRPr>
            </a:pPr>
            <a:r>
              <a:t>Retail Intelligence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309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B0A0"/>
                </a:solidFill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  <a:r>
              <a:t>WHAT WE ADD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One QR identity → one business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Customer scans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7373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B0A0"/>
                </a:solidFill>
              </a:defRPr>
            </a:pPr>
            <a:r>
              <a:t>Log consideration — interest signal per variety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Customer buys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240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B0A0"/>
                </a:solidFill>
              </a:defRPr>
            </a:pPr>
            <a:r>
              <a:t>Decrement stock + revenue attribution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Stock sits too long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743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B0A0"/>
                </a:solidFill>
              </a:defRPr>
            </a:pPr>
            <a:r>
              <a:t>Age + sell-through → auto-markdown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Batch past peak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461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B0A0"/>
                </a:solidFill>
              </a:defRPr>
            </a:pPr>
            <a:r>
              <a:t>Auto-retire from sellable — zero daily walks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Season 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B0A0"/>
                </a:solidFill>
              </a:defRPr>
            </a:pPr>
            <a:r>
              <a:t>Variety P&amp;L → data-driven reorder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B0A0"/>
                </a:solidFill>
              </a:defRPr>
            </a:pPr>
            <a:r>
              <a:t>Retail Intelligence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309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B0A0"/>
                </a:solidFill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  <a:r>
              <a:t>ZERO DAILY 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Not plant patrol.</a:t>
            </a:r>
            <a:br/>
            <a:r>
              <a:t>Autopilot for margin.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9B5F"/>
                </a:solidFill>
              </a:defRPr>
            </a:pPr>
            <a:r>
              <a:t>One touch at receiving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B0A0"/>
                </a:solidFill>
              </a:defRPr>
            </a:pPr>
            <a:r>
              <a:t>Scan shipment once. ~2 min. No daily yard audits.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9B5F"/>
                </a:solidFill>
              </a:defRPr>
            </a:pPr>
            <a:r>
              <a:t>Rules engine nightly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51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B0A0"/>
                </a:solidFill>
              </a:defRPr>
            </a:pPr>
            <a:r>
              <a:t>Age + sell-through → auto-markdown &amp; retire.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9B5F"/>
                </a:solidFill>
              </a:defRPr>
            </a:pPr>
            <a:r>
              <a:t>Batch-level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B0A0"/>
                </a:solidFill>
              </a:defRPr>
            </a:pPr>
            <a:r>
              <a:t>1 QR per flat — not every flower.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9B5F"/>
                </a:solidFill>
              </a:defRPr>
            </a:pPr>
            <a:r>
              <a:t>Staff on exceptions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B0A0"/>
                </a:solidFill>
              </a:defRPr>
            </a:pPr>
            <a:r>
              <a:t>10-second override. System handles 95%.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B0A0"/>
                </a:solidFill>
              </a:defRPr>
            </a:pPr>
            <a:r>
              <a:t>Retail Intelligence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09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B0A0"/>
                </a:solidFill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  <a:r>
              <a:t>WHAT CHANGES FOR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Reports that tell you what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Hot but not converting — fix price, placement, or care page</a:t>
            </a:r>
          </a:p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Auto-markdown candidates — past peak, low sell-through</a:t>
            </a:r>
          </a:p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Reorder list for next season — from data, not gut feel</a:t>
            </a:r>
          </a:p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Shrink by variety &amp; vendor — stop buying what dies</a:t>
            </a:r>
          </a:p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GST invoices &amp; daily sales — billing tied to every sale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B0A0"/>
                </a:solidFill>
              </a:defRPr>
            </a:pPr>
            <a:r>
              <a:t>Retail Intelligence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B0A0"/>
                </a:solidFill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  <a:r>
              <a:t>WHY NOT JUST…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Built for a different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F4E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  <a:r>
              <a:t>Odoo / SAP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  <a:r>
              <a:t>Your QR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  <a:r>
              <a:t>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F4EF"/>
                </a:solidFill>
              </a:defRPr>
            </a:pPr>
            <a:r>
              <a:t>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B0A0"/>
                </a:solidFill>
              </a:defRPr>
            </a:pPr>
            <a:r>
              <a:t>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B0A0"/>
                </a:solidFill>
              </a:defRPr>
            </a:pPr>
            <a:r>
              <a:t>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B0A0"/>
                </a:solidFill>
              </a:defRPr>
            </a:pPr>
            <a:r>
              <a:t>Plugs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F4EF"/>
                </a:solidFill>
              </a:defRPr>
            </a:pPr>
            <a:r>
              <a:t>Scan → sale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B0A0"/>
                </a:solidFill>
              </a:defRPr>
            </a:pPr>
            <a:r>
              <a:t>Rare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B0A0"/>
                </a:solidFill>
              </a:defRPr>
            </a:pPr>
            <a:r>
              <a:t>Disconnected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B0A0"/>
                </a:solidFill>
              </a:defRPr>
            </a:pPr>
            <a:r>
              <a:t>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F4EF"/>
                </a:solidFill>
              </a:defRPr>
            </a:pPr>
            <a:r>
              <a:t>Living 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B0A0"/>
                </a:solidFill>
              </a:defRPr>
            </a:pPr>
            <a:r>
              <a:t>Generic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B0A0"/>
                </a:solidFill>
              </a:defRPr>
            </a:pPr>
            <a:r>
              <a:t>Static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B0A0"/>
                </a:solidFill>
              </a:defRPr>
            </a:pPr>
            <a:r>
              <a:t>Auto-rules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F4EF"/>
                </a:solidFill>
              </a:defRPr>
            </a:pPr>
            <a:r>
              <a:t>Daily labor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B0A0"/>
                </a:solidFill>
              </a:defRPr>
            </a:pPr>
            <a:r>
              <a:t>Manual 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B0A0"/>
                </a:solidFill>
              </a:defRPr>
            </a:pPr>
            <a:r>
              <a:t>None but blind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B0A0"/>
                </a:solidFill>
              </a:defRPr>
            </a:pPr>
            <a:r>
              <a:t>~0 daily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B0A0"/>
                </a:solidFill>
              </a:defRPr>
            </a:pPr>
            <a:r>
              <a:t>Retail Intelligence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309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B0A0"/>
                </a:solidFill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  <a:r>
              <a:t>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Keep your QR stickers.</a:t>
            </a:r>
            <a:br/>
            <a:r>
              <a:t>Add the brain.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Mode A — Intelligence add-on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BB0A0"/>
                </a:solidFill>
              </a:defRPr>
            </a:pPr>
            <a:r>
              <a:t>Website &amp; checkout stay</a:t>
            </a:r>
          </a:p>
          <a:p>
            <a:pPr>
              <a:spcAft>
                <a:spcPts val="800"/>
              </a:spcAft>
              <a:defRPr sz="1400">
                <a:solidFill>
                  <a:srgbClr val="9BB0A0"/>
                </a:solidFill>
              </a:defRPr>
            </a:pPr>
            <a:r>
              <a:t>We add ledger, rules, reports</a:t>
            </a:r>
          </a:p>
          <a:p>
            <a:pPr>
              <a:spcAft>
                <a:spcPts val="800"/>
              </a:spcAft>
              <a:defRPr sz="1400">
                <a:solidFill>
                  <a:srgbClr val="9BB0A0"/>
                </a:solidFill>
              </a:defRPr>
            </a:pPr>
            <a:r>
              <a:t>Scan events via webhook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Mode B — Backend replacement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517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BB0A0"/>
                </a:solidFill>
              </a:defRPr>
            </a:pPr>
            <a:r>
              <a:t>Customer UX stays similar</a:t>
            </a:r>
          </a:p>
          <a:p>
            <a:pPr>
              <a:spcAft>
                <a:spcPts val="800"/>
              </a:spcAft>
              <a:defRPr sz="1400">
                <a:solidFill>
                  <a:srgbClr val="9BB0A0"/>
                </a:solidFill>
              </a:defRPr>
            </a:pPr>
            <a:r>
              <a:t>We own stock &amp; billing truth</a:t>
            </a:r>
          </a:p>
          <a:p>
            <a:pPr>
              <a:spcAft>
                <a:spcPts val="800"/>
              </a:spcAft>
              <a:defRPr sz="1400">
                <a:solidFill>
                  <a:srgbClr val="9BB0A0"/>
                </a:solidFill>
              </a:defRPr>
            </a:pPr>
            <a:r>
              <a:t>When ops are broken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B0A0"/>
                </a:solidFill>
              </a:defRPr>
            </a:pPr>
            <a:r>
              <a:t>Retail Intelligence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309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B0A0"/>
                </a:solidFill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  <a:r>
              <a:t>30-DAY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Prove it on one section of your yard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Measure: high scan / low conversion varieties</a:t>
            </a:r>
          </a:p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Measure: batches auto-markdowned before write-off</a:t>
            </a:r>
          </a:p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Measure: ₹ margin saved vs full-price dead stock</a:t>
            </a:r>
          </a:p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Same QR stickers — no reprinting</a:t>
            </a:r>
          </a:p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One aisle only — not full migration</a:t>
            </a:r>
          </a:p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No measurable value in 30 days → you owe nothing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B0A0"/>
                </a:solidFill>
              </a:defRPr>
            </a:pPr>
            <a:r>
              <a:t>Retail Intelligence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B0A0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  <a:r>
              <a:t>LET'S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Three questions for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When a plant wilts Tuesday — does your system know Tuesday or October?</a:t>
            </a:r>
          </a:p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Can you name top 5 scanned-but-not-sold varieties last month?</a:t>
            </a:r>
          </a:p>
          <a:p>
            <a:pPr>
              <a:spcAft>
                <a:spcPts val="800"/>
              </a:spcAft>
              <a:defRPr sz="1600">
                <a:solidFill>
                  <a:srgbClr val="9BB0A0"/>
                </a:solidFill>
              </a:defRPr>
            </a:pPr>
            <a:r>
              <a:t>What do you still do in Excel or WhatsApp despite having software?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D9B5F"/>
                </a:solidFill>
              </a:defRPr>
            </a:pPr>
            <a:r>
              <a:t>Your answers become our pilot scope — not a generic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B0A0"/>
                </a:solidFill>
              </a:defRPr>
            </a:pPr>
            <a:r>
              <a:t>Retail Intelligence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B0A0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9B5F"/>
                </a:solidFill>
              </a:defRPr>
            </a:pPr>
            <a: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You paid to put QR on every pot</a:t>
            </a:r>
            <a:br/>
            <a:r>
              <a:t>so customers could buy easier.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BB0A0"/>
                </a:solidFill>
              </a:defRPr>
            </a:pPr>
            <a:r>
              <a:t>We tell you which pots make money, which are dying on the shelf, and which people want but won't buy.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B0A0"/>
                </a:solidFill>
              </a:defRPr>
            </a:pPr>
            <a:r>
              <a:t>[Your Name] · [Email] · [Phone]</a:t>
            </a:r>
            <a:br/>
            <a:r>
              <a:t>[Company] · [Website]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BB0A0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BB0A0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